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9" r:id="rId21"/>
    <p:sldId id="286" r:id="rId22"/>
    <p:sldId id="287" r:id="rId23"/>
    <p:sldId id="288" r:id="rId24"/>
    <p:sldId id="289" r:id="rId25"/>
    <p:sldId id="290" r:id="rId26"/>
    <p:sldId id="291" r:id="rId27"/>
    <p:sldId id="292" r:id="rId28"/>
    <p:sldId id="293" r:id="rId29"/>
    <p:sldId id="280" r:id="rId30"/>
    <p:sldId id="281" r:id="rId31"/>
    <p:sldId id="282" r:id="rId32"/>
    <p:sldId id="283" r:id="rId33"/>
    <p:sldId id="284" r:id="rId34"/>
    <p:sldId id="285" r:id="rId35"/>
    <p:sldId id="275" r:id="rId36"/>
    <p:sldId id="276" r:id="rId37"/>
    <p:sldId id="277" r:id="rId38"/>
    <p:sldId id="278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83"/>
    <p:restoredTop sz="94773"/>
  </p:normalViewPr>
  <p:slideViewPr>
    <p:cSldViewPr snapToGrid="0" snapToObjects="1">
      <p:cViewPr varScale="1">
        <p:scale>
          <a:sx n="120" d="100"/>
          <a:sy n="120" d="100"/>
        </p:scale>
        <p:origin x="2016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Graph Construction and Bellman-Ford Relaxation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Step-by-step visualization with edge relaxation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1</a:t>
            </a:r>
          </a:p>
        </p:txBody>
      </p:sp>
      <p:pic>
        <p:nvPicPr>
          <p:cNvPr id="3" name="Picture 2" descr="bfs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2</a:t>
            </a:r>
          </a:p>
        </p:txBody>
      </p:sp>
      <p:pic>
        <p:nvPicPr>
          <p:cNvPr id="3" name="Picture 2" descr="bfs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3</a:t>
            </a:r>
          </a:p>
        </p:txBody>
      </p:sp>
      <p:pic>
        <p:nvPicPr>
          <p:cNvPr id="3" name="Picture 2" descr="bfs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4</a:t>
            </a:r>
          </a:p>
        </p:txBody>
      </p:sp>
      <p:pic>
        <p:nvPicPr>
          <p:cNvPr id="3" name="Picture 2" descr="bfs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5</a:t>
            </a:r>
          </a:p>
        </p:txBody>
      </p:sp>
      <p:pic>
        <p:nvPicPr>
          <p:cNvPr id="3" name="Picture 2" descr="bfs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6</a:t>
            </a:r>
          </a:p>
        </p:txBody>
      </p:sp>
      <p:pic>
        <p:nvPicPr>
          <p:cNvPr id="3" name="Picture 2" descr="bfs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7</a:t>
            </a:r>
          </a:p>
        </p:txBody>
      </p:sp>
      <p:pic>
        <p:nvPicPr>
          <p:cNvPr id="3" name="Picture 2" descr="bfs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8</a:t>
            </a:r>
          </a:p>
        </p:txBody>
      </p:sp>
      <p:pic>
        <p:nvPicPr>
          <p:cNvPr id="3" name="Picture 2" descr="bfs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bfs step 9</a:t>
            </a:r>
          </a:p>
        </p:txBody>
      </p:sp>
      <p:pic>
        <p:nvPicPr>
          <p:cNvPr id="3" name="Picture 2" descr="bfs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1</a:t>
            </a:r>
          </a:p>
        </p:txBody>
      </p:sp>
      <p:pic>
        <p:nvPicPr>
          <p:cNvPr id="3" name="Picture 2" descr="bfs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2</a:t>
            </a:r>
          </a:p>
        </p:txBody>
      </p:sp>
      <p:pic>
        <p:nvPicPr>
          <p:cNvPr id="3" name="Picture 2" descr="bfs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3</a:t>
            </a:r>
          </a:p>
        </p:txBody>
      </p:sp>
      <p:pic>
        <p:nvPicPr>
          <p:cNvPr id="3" name="Picture 2" descr="bfs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4</a:t>
            </a:r>
          </a:p>
        </p:txBody>
      </p:sp>
      <p:pic>
        <p:nvPicPr>
          <p:cNvPr id="3" name="Picture 2" descr="dfs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5</a:t>
            </a:r>
          </a:p>
        </p:txBody>
      </p:sp>
      <p:pic>
        <p:nvPicPr>
          <p:cNvPr id="3" name="Picture 2" descr="dfs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6</a:t>
            </a:r>
          </a:p>
        </p:txBody>
      </p:sp>
      <p:pic>
        <p:nvPicPr>
          <p:cNvPr id="3" name="Picture 2" descr="dfs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7</a:t>
            </a:r>
          </a:p>
        </p:txBody>
      </p:sp>
      <p:pic>
        <p:nvPicPr>
          <p:cNvPr id="3" name="Picture 2" descr="dfs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8</a:t>
            </a:r>
          </a:p>
        </p:txBody>
      </p:sp>
      <p:pic>
        <p:nvPicPr>
          <p:cNvPr id="3" name="Picture 2" descr="dfs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dfs step 9</a:t>
            </a:r>
          </a:p>
        </p:txBody>
      </p:sp>
      <p:pic>
        <p:nvPicPr>
          <p:cNvPr id="3" name="Picture 2" descr="dfs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</a:t>
            </a:r>
          </a:p>
        </p:txBody>
      </p:sp>
      <p:pic>
        <p:nvPicPr>
          <p:cNvPr id="3" name="Picture 2" descr="graph_build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2</a:t>
            </a:r>
          </a:p>
        </p:txBody>
      </p:sp>
      <p:pic>
        <p:nvPicPr>
          <p:cNvPr id="3" name="Picture 2" descr="graph_build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3</a:t>
            </a:r>
          </a:p>
        </p:txBody>
      </p:sp>
      <p:pic>
        <p:nvPicPr>
          <p:cNvPr id="3" name="Picture 2" descr="graph_build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4</a:t>
            </a:r>
          </a:p>
        </p:txBody>
      </p:sp>
      <p:pic>
        <p:nvPicPr>
          <p:cNvPr id="3" name="Picture 2" descr="graph_build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5</a:t>
            </a:r>
          </a:p>
        </p:txBody>
      </p:sp>
      <p:pic>
        <p:nvPicPr>
          <p:cNvPr id="3" name="Picture 2" descr="graph_build_step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6</a:t>
            </a:r>
          </a:p>
        </p:txBody>
      </p:sp>
      <p:pic>
        <p:nvPicPr>
          <p:cNvPr id="3" name="Picture 2" descr="graph_build_step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7</a:t>
            </a:r>
          </a:p>
        </p:txBody>
      </p:sp>
      <p:pic>
        <p:nvPicPr>
          <p:cNvPr id="3" name="Picture 2" descr="graph_build_step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8</a:t>
            </a:r>
          </a:p>
        </p:txBody>
      </p:sp>
      <p:pic>
        <p:nvPicPr>
          <p:cNvPr id="3" name="Picture 2" descr="graph_build_step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9</a:t>
            </a:r>
          </a:p>
        </p:txBody>
      </p:sp>
      <p:pic>
        <p:nvPicPr>
          <p:cNvPr id="3" name="Picture 2" descr="graph_build_step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10</a:t>
            </a:r>
          </a:p>
        </p:txBody>
      </p:sp>
      <p:pic>
        <p:nvPicPr>
          <p:cNvPr id="3" name="Picture 2" descr="graph_build_step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11</a:t>
            </a:r>
          </a:p>
        </p:txBody>
      </p:sp>
      <p:pic>
        <p:nvPicPr>
          <p:cNvPr id="3" name="Picture 2" descr="graph_build_step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12</a:t>
            </a:r>
          </a:p>
        </p:txBody>
      </p:sp>
      <p:pic>
        <p:nvPicPr>
          <p:cNvPr id="3" name="Picture 2" descr="graph_build_step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13</a:t>
            </a:r>
          </a:p>
        </p:txBody>
      </p:sp>
      <p:pic>
        <p:nvPicPr>
          <p:cNvPr id="3" name="Picture 2" descr="graph_build_step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14</a:t>
            </a:r>
          </a:p>
        </p:txBody>
      </p:sp>
      <p:pic>
        <p:nvPicPr>
          <p:cNvPr id="3" name="Picture 2" descr="graph_build_step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graph build step 15</a:t>
            </a:r>
          </a:p>
        </p:txBody>
      </p:sp>
      <p:pic>
        <p:nvPicPr>
          <p:cNvPr id="3" name="Picture 2" descr="graph_build_step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1</a:t>
            </a:r>
          </a:p>
        </p:txBody>
      </p:sp>
      <p:pic>
        <p:nvPicPr>
          <p:cNvPr id="3" name="Picture 2" descr="relax_step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2</a:t>
            </a:r>
          </a:p>
        </p:txBody>
      </p:sp>
      <p:pic>
        <p:nvPicPr>
          <p:cNvPr id="3" name="Picture 2" descr="relax_step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3</a:t>
            </a:r>
          </a:p>
        </p:txBody>
      </p:sp>
      <p:pic>
        <p:nvPicPr>
          <p:cNvPr id="3" name="Picture 2" descr="relax_step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relax step 4</a:t>
            </a:r>
          </a:p>
        </p:txBody>
      </p:sp>
      <p:pic>
        <p:nvPicPr>
          <p:cNvPr id="3" name="Picture 2" descr="relax_step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486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136</Words>
  <Application>Microsoft Macintosh PowerPoint</Application>
  <PresentationFormat>On-screen Show (4:3)</PresentationFormat>
  <Paragraphs>39</Paragraphs>
  <Slides>38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Graph Construction and Bellman-Ford Relaxation</vt:lpstr>
      <vt:lpstr>bfs step 1</vt:lpstr>
      <vt:lpstr>bfs step 2</vt:lpstr>
      <vt:lpstr>bfs step 3</vt:lpstr>
      <vt:lpstr>bfs step 4</vt:lpstr>
      <vt:lpstr>bfs step 5</vt:lpstr>
      <vt:lpstr>bfs step 6</vt:lpstr>
      <vt:lpstr>bfs step 7</vt:lpstr>
      <vt:lpstr>bfs step 8</vt:lpstr>
      <vt:lpstr>bfs step 9</vt:lpstr>
      <vt:lpstr>dfs step 1</vt:lpstr>
      <vt:lpstr>dfs step 2</vt:lpstr>
      <vt:lpstr>dfs step 3</vt:lpstr>
      <vt:lpstr>dfs step 4</vt:lpstr>
      <vt:lpstr>dfs step 5</vt:lpstr>
      <vt:lpstr>dfs step 6</vt:lpstr>
      <vt:lpstr>dfs step 7</vt:lpstr>
      <vt:lpstr>dfs step 8</vt:lpstr>
      <vt:lpstr>dfs step 9</vt:lpstr>
      <vt:lpstr>graph build step 1</vt:lpstr>
      <vt:lpstr>graph build step 2</vt:lpstr>
      <vt:lpstr>graph build step 3</vt:lpstr>
      <vt:lpstr>graph build step 4</vt:lpstr>
      <vt:lpstr>graph build step 5</vt:lpstr>
      <vt:lpstr>graph build step 6</vt:lpstr>
      <vt:lpstr>graph build step 7</vt:lpstr>
      <vt:lpstr>graph build step 8</vt:lpstr>
      <vt:lpstr>graph build step 9</vt:lpstr>
      <vt:lpstr>graph build step 10</vt:lpstr>
      <vt:lpstr>graph build step 11</vt:lpstr>
      <vt:lpstr>graph build step 12</vt:lpstr>
      <vt:lpstr>graph build step 13</vt:lpstr>
      <vt:lpstr>graph build step 14</vt:lpstr>
      <vt:lpstr>graph build step 15</vt:lpstr>
      <vt:lpstr>relax step 1</vt:lpstr>
      <vt:lpstr>relax step 2</vt:lpstr>
      <vt:lpstr>relax step 3</vt:lpstr>
      <vt:lpstr>relax step 4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Sean Goggins </cp:lastModifiedBy>
  <cp:revision>3</cp:revision>
  <dcterms:created xsi:type="dcterms:W3CDTF">2013-01-27T09:14:16Z</dcterms:created>
  <dcterms:modified xsi:type="dcterms:W3CDTF">2025-11-17T16:03:11Z</dcterms:modified>
  <cp:category/>
</cp:coreProperties>
</file>