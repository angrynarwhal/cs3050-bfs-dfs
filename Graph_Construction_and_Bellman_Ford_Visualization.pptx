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Graph Construction and Bellman-Ford Relaxation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Step-by-step visualization with edge relaxation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bfs step 1</a:t>
            </a:r>
          </a:p>
        </p:txBody>
      </p:sp>
      <p:pic>
        <p:nvPicPr>
          <p:cNvPr id="3" name="Picture 2" descr="bfs_step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bfs step 2</a:t>
            </a:r>
          </a:p>
        </p:txBody>
      </p:sp>
      <p:pic>
        <p:nvPicPr>
          <p:cNvPr id="3" name="Picture 2" descr="bfs_step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bfs step 3</a:t>
            </a:r>
          </a:p>
        </p:txBody>
      </p:sp>
      <p:pic>
        <p:nvPicPr>
          <p:cNvPr id="3" name="Picture 2" descr="bfs_step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bfs step 4</a:t>
            </a:r>
          </a:p>
        </p:txBody>
      </p:sp>
      <p:pic>
        <p:nvPicPr>
          <p:cNvPr id="3" name="Picture 2" descr="bfs_step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bfs step 5</a:t>
            </a:r>
          </a:p>
        </p:txBody>
      </p:sp>
      <p:pic>
        <p:nvPicPr>
          <p:cNvPr id="3" name="Picture 2" descr="bfs_step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bfs step 6</a:t>
            </a:r>
          </a:p>
        </p:txBody>
      </p:sp>
      <p:pic>
        <p:nvPicPr>
          <p:cNvPr id="3" name="Picture 2" descr="bfs_step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bfs step 7</a:t>
            </a:r>
          </a:p>
        </p:txBody>
      </p:sp>
      <p:pic>
        <p:nvPicPr>
          <p:cNvPr id="3" name="Picture 2" descr="bfs_step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bfs step 8</a:t>
            </a:r>
          </a:p>
        </p:txBody>
      </p:sp>
      <p:pic>
        <p:nvPicPr>
          <p:cNvPr id="3" name="Picture 2" descr="bfs_step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bfs step 9</a:t>
            </a:r>
          </a:p>
        </p:txBody>
      </p:sp>
      <p:pic>
        <p:nvPicPr>
          <p:cNvPr id="3" name="Picture 2" descr="bfs_step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dfs step 1</a:t>
            </a:r>
          </a:p>
        </p:txBody>
      </p:sp>
      <p:pic>
        <p:nvPicPr>
          <p:cNvPr id="3" name="Picture 2" descr="bfs_step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dfs step 2</a:t>
            </a:r>
          </a:p>
        </p:txBody>
      </p:sp>
      <p:pic>
        <p:nvPicPr>
          <p:cNvPr id="3" name="Picture 2" descr="bfs_step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dfs step 3</a:t>
            </a:r>
          </a:p>
        </p:txBody>
      </p:sp>
      <p:pic>
        <p:nvPicPr>
          <p:cNvPr id="3" name="Picture 2" descr="bfs_step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dfs step 4</a:t>
            </a:r>
          </a:p>
        </p:txBody>
      </p:sp>
      <p:pic>
        <p:nvPicPr>
          <p:cNvPr id="3" name="Picture 2" descr="dfs_step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dfs step 5</a:t>
            </a:r>
          </a:p>
        </p:txBody>
      </p:sp>
      <p:pic>
        <p:nvPicPr>
          <p:cNvPr id="3" name="Picture 2" descr="dfs_step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dfs step 6</a:t>
            </a:r>
          </a:p>
        </p:txBody>
      </p:sp>
      <p:pic>
        <p:nvPicPr>
          <p:cNvPr id="3" name="Picture 2" descr="dfs_step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dfs step 7</a:t>
            </a:r>
          </a:p>
        </p:txBody>
      </p:sp>
      <p:pic>
        <p:nvPicPr>
          <p:cNvPr id="3" name="Picture 2" descr="dfs_step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dfs step 8</a:t>
            </a:r>
          </a:p>
        </p:txBody>
      </p:sp>
      <p:pic>
        <p:nvPicPr>
          <p:cNvPr id="3" name="Picture 2" descr="dfs_step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dfs step 9</a:t>
            </a:r>
          </a:p>
        </p:txBody>
      </p:sp>
      <p:pic>
        <p:nvPicPr>
          <p:cNvPr id="3" name="Picture 2" descr="dfs_step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relax step 1</a:t>
            </a:r>
          </a:p>
        </p:txBody>
      </p:sp>
      <p:pic>
        <p:nvPicPr>
          <p:cNvPr id="3" name="Picture 2" descr="relax_step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relax step 2</a:t>
            </a:r>
          </a:p>
        </p:txBody>
      </p:sp>
      <p:pic>
        <p:nvPicPr>
          <p:cNvPr id="3" name="Picture 2" descr="relax_step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relax step 3</a:t>
            </a:r>
          </a:p>
        </p:txBody>
      </p:sp>
      <p:pic>
        <p:nvPicPr>
          <p:cNvPr id="3" name="Picture 2" descr="relax_step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relax step 4</a:t>
            </a:r>
          </a:p>
        </p:txBody>
      </p:sp>
      <p:pic>
        <p:nvPicPr>
          <p:cNvPr id="3" name="Picture 2" descr="relax_step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 build step 1</a:t>
            </a:r>
          </a:p>
        </p:txBody>
      </p:sp>
      <p:pic>
        <p:nvPicPr>
          <p:cNvPr id="3" name="Picture 2" descr="graph_build_step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 build step 10</a:t>
            </a:r>
          </a:p>
        </p:txBody>
      </p:sp>
      <p:pic>
        <p:nvPicPr>
          <p:cNvPr id="3" name="Picture 2" descr="graph_build_step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 build step 11</a:t>
            </a:r>
          </a:p>
        </p:txBody>
      </p:sp>
      <p:pic>
        <p:nvPicPr>
          <p:cNvPr id="3" name="Picture 2" descr="graph_build_step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 build step 12</a:t>
            </a:r>
          </a:p>
        </p:txBody>
      </p:sp>
      <p:pic>
        <p:nvPicPr>
          <p:cNvPr id="3" name="Picture 2" descr="graph_build_step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 build step 13</a:t>
            </a:r>
          </a:p>
        </p:txBody>
      </p:sp>
      <p:pic>
        <p:nvPicPr>
          <p:cNvPr id="3" name="Picture 2" descr="graph_build_step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 build step 14</a:t>
            </a:r>
          </a:p>
        </p:txBody>
      </p:sp>
      <p:pic>
        <p:nvPicPr>
          <p:cNvPr id="3" name="Picture 2" descr="graph_build_step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 build step 15</a:t>
            </a:r>
          </a:p>
        </p:txBody>
      </p:sp>
      <p:pic>
        <p:nvPicPr>
          <p:cNvPr id="3" name="Picture 2" descr="graph_build_step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 build step 2</a:t>
            </a:r>
          </a:p>
        </p:txBody>
      </p:sp>
      <p:pic>
        <p:nvPicPr>
          <p:cNvPr id="3" name="Picture 2" descr="graph_build_step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 build step 3</a:t>
            </a:r>
          </a:p>
        </p:txBody>
      </p:sp>
      <p:pic>
        <p:nvPicPr>
          <p:cNvPr id="3" name="Picture 2" descr="graph_build_step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 build step 4</a:t>
            </a:r>
          </a:p>
        </p:txBody>
      </p:sp>
      <p:pic>
        <p:nvPicPr>
          <p:cNvPr id="3" name="Picture 2" descr="graph_build_step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 build step 5</a:t>
            </a:r>
          </a:p>
        </p:txBody>
      </p:sp>
      <p:pic>
        <p:nvPicPr>
          <p:cNvPr id="3" name="Picture 2" descr="graph_build_step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 build step 6</a:t>
            </a:r>
          </a:p>
        </p:txBody>
      </p:sp>
      <p:pic>
        <p:nvPicPr>
          <p:cNvPr id="3" name="Picture 2" descr="graph_build_step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 build step 7</a:t>
            </a:r>
          </a:p>
        </p:txBody>
      </p:sp>
      <p:pic>
        <p:nvPicPr>
          <p:cNvPr id="3" name="Picture 2" descr="graph_build_step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 build step 8</a:t>
            </a:r>
          </a:p>
        </p:txBody>
      </p:sp>
      <p:pic>
        <p:nvPicPr>
          <p:cNvPr id="3" name="Picture 2" descr="graph_build_step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 build step 9</a:t>
            </a:r>
          </a:p>
        </p:txBody>
      </p:sp>
      <p:pic>
        <p:nvPicPr>
          <p:cNvPr id="3" name="Picture 2" descr="graph_build_step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